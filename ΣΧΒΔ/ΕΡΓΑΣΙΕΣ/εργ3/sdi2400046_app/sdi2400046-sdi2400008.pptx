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8C6DAAE-4B4B-7C10-9930-49D9D05F6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69C76C13-97AE-1AF4-6E09-4931CBA24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306BFD5-41B1-F643-3501-3976F0F0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361AF2F-AF86-0438-AB94-6C6A778B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BE0A6F4-D95E-394D-2862-1DE77346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79202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81E3F1F-F0F2-01DB-D4D9-68ADCC438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2942B02-84B3-C112-66F0-3372773FA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AE5BB5E-455E-5AF9-6AF7-061D6BC5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5E3B506-77DC-167F-7835-91658DAB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3590111E-D9DA-84F0-60E4-462DCE7D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2631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F1B1F64-DD4D-9915-9AF2-B697BE62B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5B80B55E-6739-01F6-8F74-C4DF45614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CFA2E67-9D80-1C58-7090-085FFFC92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2C96148-D0D0-8A3E-AB57-25EB22AE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9D71D30D-FB54-7457-1453-4FC906DC0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9874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DA29B74-A863-1F4C-A472-9959B71C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97092ACC-0374-8BD5-794C-E253909D9A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1C259922-C777-7652-A01A-CB591C373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CD004276-D249-BD7E-3166-0C4FD3EFA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D4DE1E15-F689-1A62-8339-B1FED4BC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1B2A2739-AA84-95F0-E39A-B6C79AB07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0418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B5F9561-F1B5-5079-F3B3-85C8F3C5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C5BC0BFC-5734-7963-C989-42152BC81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72D4624-39D0-4D64-86A1-24FBE5FA2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C242E64A-07B5-D2BE-E16A-6831E3D04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F4F34A04-103A-73FD-CF1D-7BBC242F2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BA178828-6D0A-5086-CAA5-6CBB8A4A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9783DAA2-A7AA-F089-4F1B-2090DF373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F249B6B3-85FA-3342-802B-FED64725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1769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D4ED1B4-86F4-1C10-D33E-36C85B752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D3A5A443-F05F-04FE-CE77-3B1EF864C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5CFD6A61-1505-3A74-EB7A-865732A3D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76D8BC28-61B6-7B01-AE4B-6235F3F19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6808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BA4F14A4-B7C3-16ED-1A17-175B31894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ABAABDFA-1F4F-245E-0C47-4418A94D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A4462336-F9E0-C34C-C23C-15A39CA84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7308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82B340F-D07E-7084-F23F-63689DBC8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D0BF5C3-5F6B-37D6-7DAD-1435ECD36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E5A9732B-6BB4-0F71-9070-76A8E0647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27EE8D2D-AC07-3B16-5D89-E008762B6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99E566DF-A38E-EEB3-9302-DABF97AE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FA9930A8-3C10-A6A7-FCD2-7B083910B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64638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5D831B4-8490-E6DF-F13C-C33F9DD8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AFDF464A-3912-FA89-215A-48CE82D1C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A82702D2-B796-D184-C9D6-846E457B6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408296B9-E27B-D54E-7F99-67F4F8C4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698BE776-7A55-9DA9-99C7-4ACCFEC0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DAA2488-A03C-EAD0-627E-27EE2B4EB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59692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5E3D3D8-822A-8A7A-5F91-73F8865D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4F1BF3E-BB4E-768F-C5B8-A97B91EA7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0956674-E56A-8DE9-A0A5-BB951333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B244891-02EB-5B49-097C-95DA591B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F93B2BF-14FA-7A09-60D0-C1F5F8CE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538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A0E0DE97-6059-E881-912B-EAD588C97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A9184E7-C0FD-DDED-7282-ADC724A97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6589EDA-4DB0-3DE6-AFB2-66E986DD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88AA3B9C-EDA9-9378-CB40-515929CA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5B82A23-6BB6-6AFA-6918-1CDD6AEB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55234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4444152E-F3AA-C31D-8784-F340ED99F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64E6A5EC-169F-0F3D-8B3B-BBA3024F7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3572FF1-DC55-042C-9577-D3401373C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4A6EDD-4BFD-42BB-B21C-552891ED4B1F}" type="datetimeFigureOut">
              <a:rPr lang="el-GR" smtClean="0"/>
              <a:t>20/5/2026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6283000-5BB5-5D5A-D1AC-4CCF6D40F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FE429BF2-07F4-8A99-A668-76A8B85E8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4AC2CA-3055-4F47-9EF8-C708862076C4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8714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3498003-7A55-53D1-FE44-B08AEFF707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7E48D6AB-662E-9C7B-F28F-04E4E1D352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Καταγραφή οθόνης 3">
            <a:hlinkClick r:id="" action="ppaction://media"/>
            <a:extLst>
              <a:ext uri="{FF2B5EF4-FFF2-40B4-BE49-F238E27FC236}">
                <a16:creationId xmlns:a16="http://schemas.microsoft.com/office/drawing/2014/main" id="{C474F66D-2E91-4BC7-BBE8-79ED139FD3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604838"/>
            <a:ext cx="12192000" cy="564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719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2446"/>
    </mc:Choice>
    <mc:Fallback>
      <p:transition spd="slow" advTm="9244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4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Ευρεία οθόνη</PresentationFormat>
  <Paragraphs>0</Paragraphs>
  <Slides>1</Slides>
  <Notes>0</Notes>
  <HiddenSlides>0</HiddenSlides>
  <MMClips>1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Θέμα του Office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Eleni Zafeiri</dc:creator>
  <cp:lastModifiedBy>Eleni Zafeiri</cp:lastModifiedBy>
  <cp:revision>1</cp:revision>
  <dcterms:created xsi:type="dcterms:W3CDTF">2026-05-20T09:54:37Z</dcterms:created>
  <dcterms:modified xsi:type="dcterms:W3CDTF">2026-05-20T09:59:16Z</dcterms:modified>
</cp:coreProperties>
</file>